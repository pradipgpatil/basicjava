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2" r:id="rId2"/>
    <p:sldId id="283" r:id="rId3"/>
    <p:sldId id="284" r:id="rId4"/>
    <p:sldId id="285" r:id="rId5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60"/>
  </p:normalViewPr>
  <p:slideViewPr>
    <p:cSldViewPr snapToGrid="0">
      <p:cViewPr varScale="1">
        <p:scale>
          <a:sx n="30" d="100"/>
          <a:sy n="30" d="100"/>
        </p:scale>
        <p:origin x="7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281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1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8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312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3853151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fi-FI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Array vs Java List</a:t>
            </a:r>
            <a:endParaRPr lang="en-US" sz="10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and </a:t>
            </a:r>
            <a:r>
              <a:rPr lang="en-US" sz="4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array is mutable like we can change the value of the array but we cannot change the size of </a:t>
            </a:r>
            <a:r>
              <a:rPr lang="en-US" sz="6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array , 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we saw that while we could set or change values in the array, we couldn't resize the array.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gives us several classes that let us add and remove items and resize a sequence of elements.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classes are said to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List's behavior.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So, what is a list?</a:t>
            </a:r>
          </a:p>
        </p:txBody>
      </p:sp>
    </p:spTree>
    <p:extLst>
      <p:ext uri="{BB962C8B-B14F-4D97-AF65-F5344CB8AC3E}">
        <p14:creationId xmlns:p14="http://schemas.microsoft.com/office/powerpoint/2010/main" val="2120278720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0969350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 what is a List?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and </a:t>
            </a:r>
            <a:r>
              <a:rPr lang="en-US" sz="4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our everyday life, we use lists all the time.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we're going to the grocery store, we've got a list.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have a list of things we need to do, a list of addresses, a list of contact numbers, etc.</a:t>
            </a:r>
          </a:p>
          <a:p>
            <a:pPr algn="l">
              <a:spcAft>
                <a:spcPts val="5022"/>
              </a:spcAft>
            </a:pPr>
            <a:r>
              <a:rPr lang="en-US" sz="6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wouldn't be a very useful list, however, if we started with 10 items that could be changed, but then couldn't add or remove an entry from that list.</a:t>
            </a:r>
            <a:endParaRPr lang="en-US" sz="6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39143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0969350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 what is a List?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and </a:t>
            </a:r>
            <a:r>
              <a:rPr lang="en-US" sz="4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List is a special type in Java, called an Interface.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now, I'll say a List Interface describes a set of method signatures that all List classes are expected to have.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Let's look at some of these methods. I'm going to pull up the List methods in Java's API documentation page in a browser.</a:t>
            </a:r>
          </a:p>
        </p:txBody>
      </p:sp>
    </p:spTree>
    <p:extLst>
      <p:ext uri="{BB962C8B-B14F-4D97-AF65-F5344CB8AC3E}">
        <p14:creationId xmlns:p14="http://schemas.microsoft.com/office/powerpoint/2010/main" val="310367822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860171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0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endParaRPr lang="en-US" sz="10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and </a:t>
            </a:r>
            <a:r>
              <a:rPr lang="en-US" sz="45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class that maintains an array in memory that's actually bigger than what we need, in most cases.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keeps track of the capacity or maximum size of the array in memory.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it also keeps track of the elements that've been assigned or set, which is the size of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elements are added to an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its capacity may need to grow.  This occurs for you automatically, behind the scenes.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why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resizeable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1432109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367</Words>
  <Application>Microsoft Office PowerPoint</Application>
  <PresentationFormat>Custom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Helvetica</vt:lpstr>
      <vt:lpstr>Helvetica Light</vt:lpstr>
      <vt:lpstr>Helvetica Neue</vt:lpstr>
      <vt:lpstr>Open Sans</vt:lpstr>
      <vt:lpstr>White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Patil, Pradip</cp:lastModifiedBy>
  <cp:revision>168</cp:revision>
  <dcterms:modified xsi:type="dcterms:W3CDTF">2025-12-14T09:43:26Z</dcterms:modified>
</cp:coreProperties>
</file>